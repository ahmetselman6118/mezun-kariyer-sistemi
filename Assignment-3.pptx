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BF39F8-1D4D-B546-4409-877FC560A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8B04FB5-4658-6242-87BC-E87E64C84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A4AFCEB-F717-94B3-6806-82F0EDD9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481CB9-9EF4-9862-F303-8E54AEA8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A9980D4-65F9-7A06-C338-EA868433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11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25A3FE-012D-837A-5DE4-1BD34CAD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A2A7B0-848A-42C2-6F53-8066277C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0DD2FF6-35EC-C7CC-EAC1-29FA189C0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21FD3C5-3862-8BAE-2971-47373693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AC1292-4EF5-C544-37F0-53F4D094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04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C9F4F8-83D8-6E62-D8D8-56252A1B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C6961AD-CFE9-B7AE-5D5D-51AD0465D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AB8E3CE-69C8-6F46-27E8-8403F14D2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C15330-696F-E7EC-E3EA-75BE19F3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DB2CF7-CEA6-3581-5497-B6B75207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0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6AE1AF-5B52-B367-F132-F7AF17735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472973-8E54-683C-5872-4FCDD637D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7198C14-C636-9926-5CB0-ABE44A83C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39F7988-7D18-AFA2-6500-DE6561896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EC80611-AA3D-4DBB-6220-DFDE836E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E4E8FCA-0DD1-28EF-24B4-DBDE9ABD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7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8B68EC-1BE8-FC2B-FB9E-9CA17A0E7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C483381-8812-A25F-D9F9-4F3BF7FDC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B62CCCC-F34B-FEDA-7B23-05D22DD43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DCABD7D-FC57-0949-0741-2D3830FED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5529C94-CBCB-A1EE-29A2-9A12BAA06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2231C7A-9BEC-CDC3-577E-0ECCB36A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291CC19-B15D-7339-CED9-CC72298B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7F00912-40F7-BBF6-F837-E8D64B51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0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2FF55A-05BF-E50F-E982-71516A59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EA08F48-E003-BB59-5035-3353DBF4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97733AB-BCF2-E787-37A8-126089C7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012B3A5-8913-2AB8-E615-14BA9056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20D2B6F-585D-A4CF-8DCB-82B7ECFA1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AFDE8A7-4AA7-9395-09AA-4C611EB1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119A3AE-9C0C-6C50-A468-9CA3CD76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8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915BAE-3F6D-195E-23A9-901AB6DC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E77E2A6-79CE-2D4B-15FA-449CD81CA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DC44488-EBF6-CB01-104E-72BFC667F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BC4177D-F9B2-4BE2-E9DD-34855EBA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8F04790-ED13-F37F-A01F-627E39E4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995EC25-2427-D807-E5F8-5378CB8D3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50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12AE0A-1EF3-F5CF-26B2-663B4C28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65137F0-0C64-8D7F-CA33-0C262CADE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BA55726-2AB2-AE2F-D4F6-B290541C5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5EC4698-1BF0-479F-58DA-D0EFF938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EF6A0AB-DF03-71D6-7B2C-22D32498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10D0602-FA3E-E86B-170D-E7E1F4EC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0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5B7C64-993E-A2E4-58B1-4186B7C57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8B6482A-430B-6B57-018E-0A382D212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17BFF3D-6E9D-7D3C-839E-E7BC8A80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1183BA1-434E-BE0C-EA87-407ECBD0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D62D1C-7BBF-9341-5D6C-C85966DA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5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B8D5677-4582-E2E3-D4FD-83E5A1C93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316FC47-6B22-97C8-6EAC-87515D0BD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E4DC4C5-A17F-8C9C-52C5-C2D3B685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DAA9EB2-3A2B-990B-CD2F-20A9B178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BBAFC00-0140-C3F1-DE8D-60F0DDEB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7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2068516-99A6-8946-5D42-154CB394E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E6582FA-D71C-9465-815D-18125D07A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4794D6C-646D-2134-525C-C6BD3B26B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C1434-EC6F-4B52-AE0E-1944A3A828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A32A58-00F8-6453-E28C-614099240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E50D24-3C57-177B-CE1E-3A9A88FB4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0509E-AE29-459D-8B20-2E0F3FF72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0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A12914-5138-26BF-E982-896CAE8A2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noProof="1"/>
              <a:t>Assignment </a:t>
            </a:r>
            <a:r>
              <a:rPr lang="tr-TR" noProof="1"/>
              <a:t>3</a:t>
            </a:r>
            <a:endParaRPr lang="en-US" noProof="1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75BC397-858D-34F8-D2FD-62D9BB7BF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algn="l"/>
            <a:r>
              <a:rPr lang="en-US" noProof="1"/>
              <a:t>Student ID: </a:t>
            </a:r>
          </a:p>
          <a:p>
            <a:pPr algn="l"/>
            <a:r>
              <a:rPr lang="en-US" noProof="1"/>
              <a:t>Student Name: </a:t>
            </a:r>
          </a:p>
        </p:txBody>
      </p:sp>
    </p:spTree>
    <p:extLst>
      <p:ext uri="{BB962C8B-B14F-4D97-AF65-F5344CB8AC3E}">
        <p14:creationId xmlns:p14="http://schemas.microsoft.com/office/powerpoint/2010/main" val="8647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C1BE05-C890-220F-537C-EBDE2DB9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892"/>
          </a:xfrm>
        </p:spPr>
        <p:txBody>
          <a:bodyPr>
            <a:normAutofit/>
          </a:bodyPr>
          <a:lstStyle/>
          <a:p>
            <a:r>
              <a:rPr lang="en-US" sz="2400" b="1" noProof="1"/>
              <a:t>Q1) </a:t>
            </a:r>
            <a:r>
              <a:rPr lang="en-US" sz="2200" b="1" noProof="1"/>
              <a:t>Explain that the tables in your project comply with normalization rules and describe how these normalization steps were performed, using your tables as examples.</a:t>
            </a:r>
            <a:endParaRPr lang="en-US" sz="2400" b="1" noProof="1"/>
          </a:p>
        </p:txBody>
      </p:sp>
    </p:spTree>
    <p:extLst>
      <p:ext uri="{BB962C8B-B14F-4D97-AF65-F5344CB8AC3E}">
        <p14:creationId xmlns:p14="http://schemas.microsoft.com/office/powerpoint/2010/main" val="249957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36</Words>
  <Application>Microsoft Office PowerPoint</Application>
  <PresentationFormat>Geniş ekran</PresentationFormat>
  <Paragraphs>4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Teması</vt:lpstr>
      <vt:lpstr>Assignment 3</vt:lpstr>
      <vt:lpstr>Q1) Explain that the tables in your project comply with normalization rules and describe how these normalization steps were performed, using your tables as examples.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Onur Özbey</cp:lastModifiedBy>
  <cp:revision>18</cp:revision>
  <dcterms:created xsi:type="dcterms:W3CDTF">2026-04-18T13:24:48Z</dcterms:created>
  <dcterms:modified xsi:type="dcterms:W3CDTF">2026-05-08T08:15:30Z</dcterms:modified>
</cp:coreProperties>
</file>